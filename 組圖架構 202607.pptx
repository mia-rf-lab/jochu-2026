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7099300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89" autoAdjust="0"/>
    <p:restoredTop sz="94529" autoAdjust="0"/>
  </p:normalViewPr>
  <p:slideViewPr>
    <p:cSldViewPr snapToGrid="0">
      <p:cViewPr varScale="1">
        <p:scale>
          <a:sx n="66" d="100"/>
          <a:sy n="66" d="100"/>
        </p:scale>
        <p:origin x="6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4D9F2641-3F3E-46C8-AD7B-417C8EC6103C}" type="datetimeFigureOut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40BCC5F-C1F4-4B37-85D2-110C91D95D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3449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0BCC5F-C1F4-4B37-85D2-110C91D95DF7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6842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CC370-06A6-402C-A6EF-2FE32FA1D9FE}" type="datetimeFigureOut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6D1BA-C410-45CF-AEFC-A884D77BAE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5565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CC370-06A6-402C-A6EF-2FE32FA1D9FE}" type="datetimeFigureOut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6D1BA-C410-45CF-AEFC-A884D77BAE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2685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CC370-06A6-402C-A6EF-2FE32FA1D9FE}" type="datetimeFigureOut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6D1BA-C410-45CF-AEFC-A884D77BAE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4682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CC370-06A6-402C-A6EF-2FE32FA1D9FE}" type="datetimeFigureOut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6D1BA-C410-45CF-AEFC-A884D77BAE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4073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CC370-06A6-402C-A6EF-2FE32FA1D9FE}" type="datetimeFigureOut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6D1BA-C410-45CF-AEFC-A884D77BAE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5851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CC370-06A6-402C-A6EF-2FE32FA1D9FE}" type="datetimeFigureOut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6D1BA-C410-45CF-AEFC-A884D77BAE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6743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CC370-06A6-402C-A6EF-2FE32FA1D9FE}" type="datetimeFigureOut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6D1BA-C410-45CF-AEFC-A884D77BAE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1631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CC370-06A6-402C-A6EF-2FE32FA1D9FE}" type="datetimeFigureOut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6D1BA-C410-45CF-AEFC-A884D77BAE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0844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CC370-06A6-402C-A6EF-2FE32FA1D9FE}" type="datetimeFigureOut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6D1BA-C410-45CF-AEFC-A884D77BAE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9286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CC370-06A6-402C-A6EF-2FE32FA1D9FE}" type="datetimeFigureOut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6D1BA-C410-45CF-AEFC-A884D77BAE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7571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CC370-06A6-402C-A6EF-2FE32FA1D9FE}" type="datetimeFigureOut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6D1BA-C410-45CF-AEFC-A884D77BAE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9890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FCC370-06A6-402C-A6EF-2FE32FA1D9FE}" type="datetimeFigureOut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76D1BA-C410-45CF-AEFC-A884D77BAE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6904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肘形接點 9"/>
          <p:cNvCxnSpPr>
            <a:stCxn id="5" idx="2"/>
            <a:endCxn id="16" idx="0"/>
          </p:cNvCxnSpPr>
          <p:nvPr/>
        </p:nvCxnSpPr>
        <p:spPr>
          <a:xfrm rot="16200000" flipH="1">
            <a:off x="6878562" y="1693696"/>
            <a:ext cx="2603966" cy="4514542"/>
          </a:xfrm>
          <a:prstGeom prst="bentConnector3">
            <a:avLst>
              <a:gd name="adj1" fmla="val 27704"/>
            </a:avLst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直線接點 144"/>
          <p:cNvCxnSpPr/>
          <p:nvPr/>
        </p:nvCxnSpPr>
        <p:spPr>
          <a:xfrm>
            <a:off x="8762999" y="3372535"/>
            <a:ext cx="0" cy="1908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1" name="肘形接點 260"/>
          <p:cNvCxnSpPr>
            <a:stCxn id="149" idx="0"/>
          </p:cNvCxnSpPr>
          <p:nvPr/>
        </p:nvCxnSpPr>
        <p:spPr>
          <a:xfrm rot="16200000" flipV="1">
            <a:off x="8029724" y="1244487"/>
            <a:ext cx="1124244" cy="5380343"/>
          </a:xfrm>
          <a:prstGeom prst="bentConnector2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9" name="矩形 328"/>
          <p:cNvSpPr/>
          <p:nvPr/>
        </p:nvSpPr>
        <p:spPr>
          <a:xfrm>
            <a:off x="5305675" y="4563588"/>
            <a:ext cx="648000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第五</a:t>
            </a:r>
            <a:r>
              <a:rPr kumimoji="0" lang="en-US" altLang="zh-TW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kumimoji="0" lang="en-US" altLang="zh-TW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kumimoji="0" lang="zh-TW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事業群</a:t>
            </a:r>
            <a:endParaRPr kumimoji="0" lang="en-US" altLang="zh-TW" sz="10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08" name="肘形接點 107"/>
          <p:cNvCxnSpPr>
            <a:stCxn id="84" idx="1"/>
            <a:endCxn id="106" idx="0"/>
          </p:cNvCxnSpPr>
          <p:nvPr/>
        </p:nvCxnSpPr>
        <p:spPr>
          <a:xfrm>
            <a:off x="5117062" y="1303638"/>
            <a:ext cx="18987" cy="550555"/>
          </a:xfrm>
          <a:prstGeom prst="bentConnector3">
            <a:avLst>
              <a:gd name="adj1" fmla="val 1358034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肘形接點 119"/>
          <p:cNvCxnSpPr>
            <a:stCxn id="6" idx="0"/>
          </p:cNvCxnSpPr>
          <p:nvPr/>
        </p:nvCxnSpPr>
        <p:spPr>
          <a:xfrm>
            <a:off x="5145391" y="2143663"/>
            <a:ext cx="439" cy="284076"/>
          </a:xfrm>
          <a:prstGeom prst="bentConnector3">
            <a:avLst>
              <a:gd name="adj1" fmla="val 52172893"/>
            </a:avLst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5470918" y="1844991"/>
            <a:ext cx="907666" cy="2837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董事長</a:t>
            </a:r>
            <a:endParaRPr kumimoji="0" lang="en-US" altLang="zh-TW" sz="10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69441" y="2360588"/>
            <a:ext cx="907666" cy="28839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執行長</a:t>
            </a:r>
            <a:endParaRPr kumimoji="0" lang="en-US" altLang="zh-TW" sz="10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790564" y="2026663"/>
            <a:ext cx="1366366" cy="234000"/>
          </a:xfrm>
          <a:prstGeom prst="rect">
            <a:avLst/>
          </a:prstGeom>
          <a:solidFill>
            <a:schemeClr val="bg1"/>
          </a:solidFill>
          <a:ln w="9525" cap="flat" cmpd="thickThin" algn="ctr">
            <a:solidFill>
              <a:schemeClr val="tx1"/>
            </a:solidFill>
            <a:prstDash val="solid"/>
          </a:ln>
          <a:effectLst/>
        </p:spPr>
        <p:txBody>
          <a:bodyPr lIns="0" rIns="0" rtlCol="0" anchor="ctr"/>
          <a:lstStyle/>
          <a:p>
            <a:pPr algn="ctr"/>
            <a:r>
              <a:rPr lang="zh-TW" altLang="en-US" sz="1000" b="1" kern="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董事長室</a:t>
            </a:r>
          </a:p>
        </p:txBody>
      </p:sp>
      <p:sp>
        <p:nvSpPr>
          <p:cNvPr id="7" name="矩形 6"/>
          <p:cNvSpPr/>
          <p:nvPr/>
        </p:nvSpPr>
        <p:spPr>
          <a:xfrm>
            <a:off x="3784755" y="2786818"/>
            <a:ext cx="1365129" cy="234000"/>
          </a:xfrm>
          <a:prstGeom prst="rect">
            <a:avLst/>
          </a:prstGeom>
          <a:solidFill>
            <a:schemeClr val="bg1"/>
          </a:solidFill>
          <a:ln w="9525" cap="flat" cmpd="thickThin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1" kern="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職業安全衛生室</a:t>
            </a:r>
            <a:endParaRPr kumimoji="0" lang="zh-TW" altLang="en-US" sz="10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0113816" y="5252950"/>
            <a:ext cx="648000" cy="360000"/>
          </a:xfrm>
          <a:prstGeom prst="rect">
            <a:avLst/>
          </a:prstGeom>
          <a:solidFill>
            <a:schemeClr val="bg1"/>
          </a:solidFill>
          <a:ln w="9525" cap="rnd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財管</a:t>
            </a:r>
            <a:endParaRPr kumimoji="0" lang="en-US" altLang="zh-TW" sz="10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總處 </a:t>
            </a:r>
            <a:endParaRPr kumimoji="0" lang="en-US" altLang="zh-TW" sz="10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3791003" y="2310739"/>
            <a:ext cx="1366366" cy="234000"/>
          </a:xfrm>
          <a:prstGeom prst="rect">
            <a:avLst/>
          </a:prstGeom>
          <a:solidFill>
            <a:schemeClr val="bg1"/>
          </a:solidFill>
          <a:ln w="9525" cap="flat" cmpd="thickThin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永續發展管理委員會</a:t>
            </a:r>
          </a:p>
        </p:txBody>
      </p:sp>
      <p:sp>
        <p:nvSpPr>
          <p:cNvPr id="74" name="矩形 73"/>
          <p:cNvSpPr/>
          <p:nvPr/>
        </p:nvSpPr>
        <p:spPr>
          <a:xfrm>
            <a:off x="6673970" y="2926488"/>
            <a:ext cx="1365129" cy="234000"/>
          </a:xfrm>
          <a:prstGeom prst="rect">
            <a:avLst/>
          </a:prstGeom>
          <a:solidFill>
            <a:schemeClr val="bg1"/>
          </a:solidFill>
          <a:ln w="9525" cap="flat" cmpd="thickThin" algn="ctr">
            <a:solidFill>
              <a:schemeClr val="tx1"/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zh-TW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資安委員會</a:t>
            </a:r>
            <a:endParaRPr kumimoji="0" lang="en-US" altLang="zh-TW" sz="10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5470918" y="1016551"/>
            <a:ext cx="907666" cy="28708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39000" dist="254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董事會</a:t>
            </a:r>
            <a:endParaRPr kumimoji="0" lang="en-US" altLang="zh-TW" sz="10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3791485" y="1461642"/>
            <a:ext cx="1366366" cy="234000"/>
          </a:xfrm>
          <a:prstGeom prst="rect">
            <a:avLst/>
          </a:prstGeom>
          <a:solidFill>
            <a:schemeClr val="bg1"/>
          </a:solidFill>
          <a:ln w="9525" cap="flat" cmpd="thickThin" algn="ctr">
            <a:solidFill>
              <a:schemeClr val="tx1"/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薪資報酬委員會</a:t>
            </a:r>
          </a:p>
        </p:txBody>
      </p:sp>
      <p:sp>
        <p:nvSpPr>
          <p:cNvPr id="83" name="矩形 82"/>
          <p:cNvSpPr/>
          <p:nvPr/>
        </p:nvSpPr>
        <p:spPr>
          <a:xfrm>
            <a:off x="6654077" y="1417229"/>
            <a:ext cx="1365129" cy="234000"/>
          </a:xfrm>
          <a:prstGeom prst="rect">
            <a:avLst/>
          </a:prstGeom>
          <a:solidFill>
            <a:schemeClr val="bg1"/>
          </a:solidFill>
          <a:ln w="9525" cap="flat" cmpd="thickThin" algn="ctr">
            <a:solidFill>
              <a:schemeClr val="tx1"/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稽核室</a:t>
            </a:r>
          </a:p>
        </p:txBody>
      </p:sp>
      <p:sp>
        <p:nvSpPr>
          <p:cNvPr id="84" name="矩形 83"/>
          <p:cNvSpPr/>
          <p:nvPr/>
        </p:nvSpPr>
        <p:spPr>
          <a:xfrm>
            <a:off x="3791485" y="1186638"/>
            <a:ext cx="1366366" cy="234000"/>
          </a:xfrm>
          <a:prstGeom prst="rect">
            <a:avLst/>
          </a:prstGeom>
          <a:solidFill>
            <a:schemeClr val="bg1"/>
          </a:solidFill>
          <a:ln w="9525" cap="flat" cmpd="thickThin" algn="ctr">
            <a:solidFill>
              <a:schemeClr val="tx1"/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審計委員會</a:t>
            </a:r>
          </a:p>
        </p:txBody>
      </p:sp>
      <p:sp>
        <p:nvSpPr>
          <p:cNvPr id="90" name="Text Box 5536">
            <a:extLst/>
          </p:cNvPr>
          <p:cNvSpPr txBox="1">
            <a:spLocks noChangeArrowheads="1"/>
          </p:cNvSpPr>
          <p:nvPr/>
        </p:nvSpPr>
        <p:spPr bwMode="auto">
          <a:xfrm>
            <a:off x="4399712" y="529593"/>
            <a:ext cx="3223586" cy="296125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576" tIns="32004" rIns="0" bIns="0" anchor="t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defRPr sz="1000"/>
            </a:pPr>
            <a:r>
              <a:rPr lang="zh-TW" altLang="en-US" sz="18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州巧科技股份有限公司 組織圖</a:t>
            </a:r>
          </a:p>
        </p:txBody>
      </p:sp>
      <p:sp>
        <p:nvSpPr>
          <p:cNvPr id="106" name="矩形 105"/>
          <p:cNvSpPr/>
          <p:nvPr/>
        </p:nvSpPr>
        <p:spPr>
          <a:xfrm>
            <a:off x="3781222" y="1737193"/>
            <a:ext cx="1366366" cy="234000"/>
          </a:xfrm>
          <a:prstGeom prst="rect">
            <a:avLst/>
          </a:prstGeom>
          <a:solidFill>
            <a:schemeClr val="bg1"/>
          </a:solidFill>
          <a:ln w="9525" cap="flat" cmpd="thickThin" algn="ctr">
            <a:solidFill>
              <a:schemeClr val="tx1"/>
            </a:solidFill>
            <a:prstDash val="solid"/>
          </a:ln>
          <a:effectLst/>
        </p:spPr>
        <p:txBody>
          <a:bodyPr lIns="0" rIns="0" rtlCol="0" anchor="ctr"/>
          <a:lstStyle/>
          <a:p>
            <a:pPr algn="ctr"/>
            <a:r>
              <a:rPr lang="zh-TW" altLang="en-US" sz="1000" b="1" kern="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永續發展委員會</a:t>
            </a:r>
          </a:p>
        </p:txBody>
      </p:sp>
      <p:cxnSp>
        <p:nvCxnSpPr>
          <p:cNvPr id="111" name="直線接點 110"/>
          <p:cNvCxnSpPr>
            <a:stCxn id="80" idx="0"/>
          </p:cNvCxnSpPr>
          <p:nvPr/>
        </p:nvCxnSpPr>
        <p:spPr>
          <a:xfrm flipV="1">
            <a:off x="5146312" y="1561904"/>
            <a:ext cx="1496232" cy="16738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直線接點 114"/>
          <p:cNvCxnSpPr>
            <a:stCxn id="77" idx="3"/>
            <a:endCxn id="4" idx="6"/>
          </p:cNvCxnSpPr>
          <p:nvPr/>
        </p:nvCxnSpPr>
        <p:spPr>
          <a:xfrm>
            <a:off x="5920918" y="1341796"/>
            <a:ext cx="0" cy="50319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9" name="矩形 148"/>
          <p:cNvSpPr/>
          <p:nvPr/>
        </p:nvSpPr>
        <p:spPr>
          <a:xfrm>
            <a:off x="10970725" y="4496781"/>
            <a:ext cx="622584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533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醫博國際</a:t>
            </a:r>
            <a:endParaRPr kumimoji="0" lang="en-US" altLang="zh-TW" sz="10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1" name="矩形 200"/>
          <p:cNvSpPr/>
          <p:nvPr/>
        </p:nvSpPr>
        <p:spPr>
          <a:xfrm>
            <a:off x="8448235" y="5271997"/>
            <a:ext cx="648000" cy="360000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zh-TW" altLang="en-US" sz="1000" b="1" kern="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管理</a:t>
            </a:r>
            <a:endParaRPr lang="en-US" altLang="zh-TW" sz="1000" b="1" kern="0" dirty="0" smtClean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000" b="1" kern="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總</a:t>
            </a:r>
            <a:r>
              <a:rPr lang="zh-TW" altLang="en-US" sz="1000" b="1" kern="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處 </a:t>
            </a:r>
            <a:endParaRPr lang="en-US" altLang="zh-TW" sz="1000" b="1" kern="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2" name="矩形 201"/>
          <p:cNvSpPr/>
          <p:nvPr/>
        </p:nvSpPr>
        <p:spPr>
          <a:xfrm>
            <a:off x="9197256" y="5271997"/>
            <a:ext cx="648000" cy="360000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zh-TW" altLang="en-US" sz="1000" b="1" kern="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智能科技</a:t>
            </a:r>
            <a:endParaRPr lang="en-US" altLang="zh-TW" sz="1000" b="1" kern="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000" b="1" kern="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總處</a:t>
            </a:r>
          </a:p>
        </p:txBody>
      </p:sp>
      <p:sp>
        <p:nvSpPr>
          <p:cNvPr id="255" name="矩形 254"/>
          <p:cNvSpPr/>
          <p:nvPr/>
        </p:nvSpPr>
        <p:spPr>
          <a:xfrm>
            <a:off x="7807779" y="5271997"/>
            <a:ext cx="573851" cy="370314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zh-TW" altLang="en-US" sz="1000" b="1" kern="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企劃</a:t>
            </a:r>
            <a:endParaRPr lang="en-US" altLang="zh-TW" sz="1000" b="1" kern="0" dirty="0" smtClean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000" b="1" kern="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總</a:t>
            </a:r>
            <a:r>
              <a:rPr lang="zh-TW" altLang="en-US" sz="1000" b="1" kern="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處</a:t>
            </a:r>
            <a:endParaRPr lang="en-US" altLang="zh-TW" sz="1000" b="1" kern="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8" name="矩形 267"/>
          <p:cNvSpPr/>
          <p:nvPr/>
        </p:nvSpPr>
        <p:spPr>
          <a:xfrm>
            <a:off x="4117859" y="3474844"/>
            <a:ext cx="720000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總經理</a:t>
            </a:r>
            <a:endParaRPr kumimoji="0" lang="en-US" altLang="zh-TW" sz="10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8" name="矩形 317"/>
          <p:cNvSpPr/>
          <p:nvPr/>
        </p:nvSpPr>
        <p:spPr>
          <a:xfrm>
            <a:off x="3199904" y="4026084"/>
            <a:ext cx="696294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533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1" kern="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執行</a:t>
            </a:r>
            <a:endParaRPr lang="en-US" altLang="zh-TW" sz="1000" b="1" kern="0" dirty="0" smtClean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ctr" defTabSz="533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副總經理</a:t>
            </a:r>
            <a:endParaRPr kumimoji="0" lang="en-US" altLang="zh-TW" sz="10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0" name="矩形 329"/>
          <p:cNvSpPr/>
          <p:nvPr/>
        </p:nvSpPr>
        <p:spPr>
          <a:xfrm>
            <a:off x="716766" y="4555966"/>
            <a:ext cx="648000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1" kern="0" noProof="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第一</a:t>
            </a:r>
            <a:r>
              <a:rPr lang="en-US" altLang="zh-TW" sz="1000" b="1" kern="0" noProof="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en-US" altLang="zh-TW" sz="1000" b="1" kern="0" noProof="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000" b="1" kern="0" noProof="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事業群</a:t>
            </a:r>
            <a:endParaRPr kumimoji="0" lang="en-US" altLang="zh-TW" sz="10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4" name="矩形 333"/>
          <p:cNvSpPr/>
          <p:nvPr/>
        </p:nvSpPr>
        <p:spPr>
          <a:xfrm>
            <a:off x="1830766" y="4563587"/>
            <a:ext cx="648000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1" kern="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第二</a:t>
            </a:r>
            <a:r>
              <a:rPr lang="en-US" altLang="zh-TW" sz="1000" b="1" kern="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en-US" altLang="zh-TW" sz="1000" b="1" kern="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000" b="1" kern="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事業群</a:t>
            </a:r>
            <a:endParaRPr kumimoji="0" lang="en-US" altLang="zh-TW" sz="10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28" name="直線接點 227"/>
          <p:cNvCxnSpPr/>
          <p:nvPr/>
        </p:nvCxnSpPr>
        <p:spPr>
          <a:xfrm>
            <a:off x="5921375" y="2128778"/>
            <a:ext cx="0" cy="23181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0" name="直線接點 229"/>
          <p:cNvCxnSpPr/>
          <p:nvPr/>
        </p:nvCxnSpPr>
        <p:spPr>
          <a:xfrm>
            <a:off x="5381625" y="2260663"/>
            <a:ext cx="539293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6" name="肘形接點 235"/>
          <p:cNvCxnSpPr>
            <a:stCxn id="85" idx="1"/>
            <a:endCxn id="74" idx="1"/>
          </p:cNvCxnSpPr>
          <p:nvPr/>
        </p:nvCxnSpPr>
        <p:spPr>
          <a:xfrm rot="10800000" flipV="1">
            <a:off x="6673970" y="2762960"/>
            <a:ext cx="12700" cy="280528"/>
          </a:xfrm>
          <a:prstGeom prst="bentConnector3">
            <a:avLst>
              <a:gd name="adj1" fmla="val 1800000"/>
            </a:avLst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3" name="肘形接點 252"/>
          <p:cNvCxnSpPr>
            <a:stCxn id="268" idx="0"/>
            <a:endCxn id="5" idx="2"/>
          </p:cNvCxnSpPr>
          <p:nvPr/>
        </p:nvCxnSpPr>
        <p:spPr>
          <a:xfrm rot="5400000" flipH="1" flipV="1">
            <a:off x="4787636" y="2339207"/>
            <a:ext cx="825860" cy="1445415"/>
          </a:xfrm>
          <a:prstGeom prst="bentConnector3">
            <a:avLst>
              <a:gd name="adj1" fmla="val 12170"/>
            </a:avLst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2" name="矩形 171"/>
          <p:cNvSpPr/>
          <p:nvPr/>
        </p:nvSpPr>
        <p:spPr>
          <a:xfrm>
            <a:off x="2942296" y="4558674"/>
            <a:ext cx="648000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zh-TW" altLang="en-US" sz="1000" b="1" kern="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第三</a:t>
            </a:r>
            <a:r>
              <a:rPr lang="en-US" altLang="zh-TW" sz="1000" b="1" kern="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en-US" altLang="zh-TW" sz="1000" b="1" kern="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000" b="1" kern="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事業群</a:t>
            </a:r>
            <a:endParaRPr lang="en-US" altLang="zh-TW" sz="1000" b="1" kern="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7" name="矩形 206"/>
          <p:cNvSpPr/>
          <p:nvPr/>
        </p:nvSpPr>
        <p:spPr>
          <a:xfrm>
            <a:off x="10105017" y="4514948"/>
            <a:ext cx="603691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533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策略投資</a:t>
            </a:r>
            <a:endParaRPr kumimoji="0" lang="en-US" altLang="zh-TW" sz="10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ctr" defTabSz="533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本部</a:t>
            </a:r>
          </a:p>
        </p:txBody>
      </p:sp>
      <p:sp>
        <p:nvSpPr>
          <p:cNvPr id="146" name="矩形 145"/>
          <p:cNvSpPr/>
          <p:nvPr/>
        </p:nvSpPr>
        <p:spPr>
          <a:xfrm>
            <a:off x="6286809" y="5271997"/>
            <a:ext cx="602592" cy="360000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zh-TW" altLang="en-US" sz="1000" b="1" kern="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</a:t>
            </a:r>
            <a:r>
              <a:rPr lang="zh-TW" altLang="en-US" sz="1000" b="1" kern="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機</a:t>
            </a:r>
            <a:endParaRPr lang="en-US" altLang="zh-TW" sz="1000" b="1" kern="0" dirty="0" smtClean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000" b="1" kern="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總</a:t>
            </a:r>
            <a:r>
              <a:rPr lang="zh-TW" altLang="en-US" sz="1000" b="1" kern="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處</a:t>
            </a:r>
          </a:p>
        </p:txBody>
      </p:sp>
      <p:sp>
        <p:nvSpPr>
          <p:cNvPr id="273" name="矩形 272"/>
          <p:cNvSpPr/>
          <p:nvPr/>
        </p:nvSpPr>
        <p:spPr>
          <a:xfrm>
            <a:off x="7062941" y="5271997"/>
            <a:ext cx="612000" cy="360000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產品研發</a:t>
            </a:r>
            <a:endParaRPr kumimoji="0" lang="en-US" altLang="zh-TW" sz="10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總處</a:t>
            </a:r>
          </a:p>
        </p:txBody>
      </p:sp>
      <p:sp>
        <p:nvSpPr>
          <p:cNvPr id="167" name="矩形 166"/>
          <p:cNvSpPr/>
          <p:nvPr/>
        </p:nvSpPr>
        <p:spPr>
          <a:xfrm>
            <a:off x="4124698" y="4560152"/>
            <a:ext cx="648000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zh-TW" altLang="en-US" sz="1000" b="1" kern="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第四</a:t>
            </a:r>
            <a:r>
              <a:rPr lang="en-US" altLang="zh-TW" sz="1000" b="1" kern="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en-US" altLang="zh-TW" sz="1000" b="1" kern="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000" b="1" kern="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事業群</a:t>
            </a:r>
            <a:endParaRPr lang="en-US" altLang="zh-TW" sz="1000" b="1" kern="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51" name="直線接點 150"/>
          <p:cNvCxnSpPr/>
          <p:nvPr/>
        </p:nvCxnSpPr>
        <p:spPr>
          <a:xfrm>
            <a:off x="9511730" y="3370347"/>
            <a:ext cx="0" cy="1908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0" name="肘形接點 249"/>
          <p:cNvCxnSpPr>
            <a:stCxn id="318" idx="0"/>
            <a:endCxn id="255" idx="0"/>
          </p:cNvCxnSpPr>
          <p:nvPr/>
        </p:nvCxnSpPr>
        <p:spPr>
          <a:xfrm rot="16200000" flipH="1">
            <a:off x="5198421" y="2375713"/>
            <a:ext cx="1245913" cy="4546654"/>
          </a:xfrm>
          <a:prstGeom prst="bentConnector3">
            <a:avLst>
              <a:gd name="adj1" fmla="val -6728"/>
            </a:avLst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3" name="直線接點 262"/>
          <p:cNvCxnSpPr>
            <a:endCxn id="273" idx="0"/>
          </p:cNvCxnSpPr>
          <p:nvPr/>
        </p:nvCxnSpPr>
        <p:spPr>
          <a:xfrm>
            <a:off x="7353154" y="3934567"/>
            <a:ext cx="15787" cy="133743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8" name="直線接點 277"/>
          <p:cNvCxnSpPr>
            <a:stCxn id="268" idx="2"/>
          </p:cNvCxnSpPr>
          <p:nvPr/>
        </p:nvCxnSpPr>
        <p:spPr>
          <a:xfrm flipH="1">
            <a:off x="4477858" y="3834844"/>
            <a:ext cx="1" cy="106799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5153755" y="2896963"/>
            <a:ext cx="1310182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肘形接點 19"/>
          <p:cNvCxnSpPr>
            <a:stCxn id="318" idx="2"/>
            <a:endCxn id="330" idx="0"/>
          </p:cNvCxnSpPr>
          <p:nvPr/>
        </p:nvCxnSpPr>
        <p:spPr>
          <a:xfrm rot="5400000">
            <a:off x="2209468" y="3217383"/>
            <a:ext cx="169882" cy="2507285"/>
          </a:xfrm>
          <a:prstGeom prst="bentConnector3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肘形接點 21"/>
          <p:cNvCxnSpPr>
            <a:stCxn id="318" idx="2"/>
            <a:endCxn id="334" idx="0"/>
          </p:cNvCxnSpPr>
          <p:nvPr/>
        </p:nvCxnSpPr>
        <p:spPr>
          <a:xfrm rot="5400000">
            <a:off x="2762658" y="3778193"/>
            <a:ext cx="177503" cy="1393285"/>
          </a:xfrm>
          <a:prstGeom prst="bentConnector3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肘形接點 23"/>
          <p:cNvCxnSpPr>
            <a:stCxn id="318" idx="2"/>
            <a:endCxn id="172" idx="0"/>
          </p:cNvCxnSpPr>
          <p:nvPr/>
        </p:nvCxnSpPr>
        <p:spPr>
          <a:xfrm rot="5400000">
            <a:off x="3320879" y="4331502"/>
            <a:ext cx="172590" cy="281755"/>
          </a:xfrm>
          <a:prstGeom prst="bentConnector3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肘形接點 25"/>
          <p:cNvCxnSpPr>
            <a:stCxn id="318" idx="2"/>
            <a:endCxn id="167" idx="0"/>
          </p:cNvCxnSpPr>
          <p:nvPr/>
        </p:nvCxnSpPr>
        <p:spPr>
          <a:xfrm rot="16200000" flipH="1">
            <a:off x="3911340" y="4022794"/>
            <a:ext cx="174068" cy="900647"/>
          </a:xfrm>
          <a:prstGeom prst="bentConnector3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肘形接點 27"/>
          <p:cNvCxnSpPr>
            <a:stCxn id="318" idx="2"/>
            <a:endCxn id="329" idx="0"/>
          </p:cNvCxnSpPr>
          <p:nvPr/>
        </p:nvCxnSpPr>
        <p:spPr>
          <a:xfrm rot="16200000" flipH="1">
            <a:off x="4500111" y="3434024"/>
            <a:ext cx="177504" cy="2081624"/>
          </a:xfrm>
          <a:prstGeom prst="bentConnector3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6" name="肘形接點 225"/>
          <p:cNvCxnSpPr>
            <a:stCxn id="318" idx="2"/>
            <a:endCxn id="146" idx="0"/>
          </p:cNvCxnSpPr>
          <p:nvPr/>
        </p:nvCxnSpPr>
        <p:spPr>
          <a:xfrm rot="16200000" flipH="1">
            <a:off x="4625122" y="3309013"/>
            <a:ext cx="885913" cy="3040054"/>
          </a:xfrm>
          <a:prstGeom prst="bentConnector3">
            <a:avLst>
              <a:gd name="adj1" fmla="val 9042"/>
            </a:avLst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矩形 84"/>
          <p:cNvSpPr/>
          <p:nvPr/>
        </p:nvSpPr>
        <p:spPr>
          <a:xfrm>
            <a:off x="6673970" y="2645960"/>
            <a:ext cx="1365129" cy="234000"/>
          </a:xfrm>
          <a:prstGeom prst="rect">
            <a:avLst/>
          </a:prstGeom>
          <a:solidFill>
            <a:schemeClr val="bg1"/>
          </a:solidFill>
          <a:ln w="9525" cap="flat" cmpd="thickThin" algn="ctr">
            <a:solidFill>
              <a:schemeClr val="tx1"/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智財委員會</a:t>
            </a:r>
            <a:endParaRPr kumimoji="0" lang="en-US" altLang="zh-TW" sz="10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67146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9525" cap="flat" cmpd="thickThin" algn="ctr">
          <a:solidFill>
            <a:schemeClr val="tx1"/>
          </a:solidFill>
          <a:prstDash val="solid"/>
        </a:ln>
        <a:effectLst/>
      </a:spPr>
      <a:bodyPr vert="horz" tIns="46800" rtlCol="0" anchor="t" anchorCtr="1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000" b="0" i="0" u="none" strike="noStrike" kern="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標楷體" panose="03000509000000000000" pitchFamily="65" charset="-120"/>
            <a:ea typeface="標楷體" panose="03000509000000000000" pitchFamily="65" charset="-120"/>
            <a:cs typeface="+mn-cs"/>
          </a:defRPr>
        </a:defPPr>
      </a:lstStyle>
    </a:spDef>
    <a:lnDef>
      <a:spPr>
        <a:ln w="9525"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9531</TotalTime>
  <Words>91</Words>
  <Application>Microsoft Office PowerPoint</Application>
  <PresentationFormat>寬螢幕</PresentationFormat>
  <Paragraphs>37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微軟正黑體</vt:lpstr>
      <vt:lpstr>新細明體</vt:lpstr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HGC蔡淑華-ShuhuaTsai</dc:creator>
  <cp:lastModifiedBy>HGC陳秋蘭-JesperChen</cp:lastModifiedBy>
  <cp:revision>175</cp:revision>
  <cp:lastPrinted>2026-03-30T05:46:54Z</cp:lastPrinted>
  <dcterms:created xsi:type="dcterms:W3CDTF">2024-09-10T09:32:48Z</dcterms:created>
  <dcterms:modified xsi:type="dcterms:W3CDTF">2026-07-24T04:02:53Z</dcterms:modified>
</cp:coreProperties>
</file>